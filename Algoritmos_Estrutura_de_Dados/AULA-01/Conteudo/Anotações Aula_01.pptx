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930BD-C716-194A-321E-827302595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FEE1CD-9058-3719-350E-404FD8BA5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444D66-9855-F6FA-9A12-82D2F5B80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B004-5D57-4A48-BC2D-18079A76596F}" type="datetimeFigureOut">
              <a:rPr lang="pt-BR" smtClean="0"/>
              <a:t>01/03/2023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3833E2-FD9E-28F5-4C54-0A44D4D05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265085-94C7-2281-C1B8-CB4039AE3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02DB-C02F-4B17-851C-A5E69675C9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494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FAD158-36A2-AB3F-0D44-6F6BAA7F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BA3255-0F77-307D-AAAC-35098C9F2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E206AF-14B3-B4DA-88AE-D53110FC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B004-5D57-4A48-BC2D-18079A76596F}" type="datetimeFigureOut">
              <a:rPr lang="pt-BR" smtClean="0"/>
              <a:t>01/03/2023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096C34-A69D-AC0B-4E78-D6ED46B7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8594FD-9A96-F6A2-4708-9A2D3409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02DB-C02F-4B17-851C-A5E69675C9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31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20BBE-B1EF-0290-31B8-6F0B5A1A9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C5C60F-DE05-E450-486A-4F91E4543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58BA5B-943C-4010-28AB-685CD545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B004-5D57-4A48-BC2D-18079A76596F}" type="datetimeFigureOut">
              <a:rPr lang="pt-BR" smtClean="0"/>
              <a:t>01/03/2023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09DFA1-9328-2D44-E974-3562511B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C6FDB9-8473-B2C0-F948-5BC2BD8C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02DB-C02F-4B17-851C-A5E69675C9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0000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29B8A-30C7-1753-8029-D2C8E4A1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067657-8042-8AAE-EC80-A49EEBE2C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4DFA02-EC29-64C5-B63C-8BC4A3A9E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50B1A6-0DFF-3ABE-9EA8-8213C88E0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B004-5D57-4A48-BC2D-18079A76596F}" type="datetimeFigureOut">
              <a:rPr lang="pt-BR" smtClean="0"/>
              <a:t>01/03/2023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851AAE-25DF-E8CC-D14D-AA91449F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1A6A82-D8E8-1F27-8951-0B454DB5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02DB-C02F-4B17-851C-A5E69675C9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819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4D189-CE4A-230B-A5E9-4C1D8BDC6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9E5F65-6381-E61B-9DE0-DAD73C700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E5AD2B-1025-6F3F-210A-833C5B36D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C3C2FC-87D4-E581-43A9-C8EE983F6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947BD1E-3D39-5861-67DA-5D187471E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0381F1-074C-0E26-AF18-99BE99BBD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B004-5D57-4A48-BC2D-18079A76596F}" type="datetimeFigureOut">
              <a:rPr lang="pt-BR" smtClean="0"/>
              <a:t>01/03/2023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39A5893-7808-EFFC-309A-EBD0586D5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FB66923-5FF5-0AFC-C367-F5C2F3C5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02DB-C02F-4B17-851C-A5E69675C9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852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46537-E3B8-DF5D-09BA-F1DD49F51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907C898-0585-60E4-3DA5-273967B1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B004-5D57-4A48-BC2D-18079A76596F}" type="datetimeFigureOut">
              <a:rPr lang="pt-BR" smtClean="0"/>
              <a:t>01/03/2023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B2DB47-F4FA-79FB-A6D1-548CEE5D1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771D0B2-EA38-39FE-F487-CA973E7B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02DB-C02F-4B17-851C-A5E69675C9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762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BDA15DF-A3C3-20FC-F989-41E73D602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B004-5D57-4A48-BC2D-18079A76596F}" type="datetimeFigureOut">
              <a:rPr lang="pt-BR" smtClean="0"/>
              <a:t>01/03/2023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4396321-FEF2-515F-E25A-040FECB7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590318-F60C-BF21-9C69-DA92BE5AC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02DB-C02F-4B17-851C-A5E69675C9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944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71969-EDE0-5771-AC00-D80FC524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FAB0AA-87F9-B571-A56F-F29F1F69B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60075C-B0B5-EE69-F4B5-EB108064B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B1BD2D-D3C4-6693-BEC8-B495BB1FF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B004-5D57-4A48-BC2D-18079A76596F}" type="datetimeFigureOut">
              <a:rPr lang="pt-BR" smtClean="0"/>
              <a:t>01/03/2023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669B92-76E8-CD9A-209F-B62C3DDC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452948-0D4C-EC7F-8211-B5A1587D3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02DB-C02F-4B17-851C-A5E69675C9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1995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FEC17-5AF5-DF28-BFD2-41D9AE4A7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0185652-1C51-F98A-9584-53DD0A05A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C0F38F-6720-B848-D105-AAFBE650F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CB2634-0E4E-01C2-235E-A99807F46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B004-5D57-4A48-BC2D-18079A76596F}" type="datetimeFigureOut">
              <a:rPr lang="pt-BR" smtClean="0"/>
              <a:t>01/03/2023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8858B5-369B-68F7-77E6-0DDB4E54C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12F8C8-5C4B-6DB7-C44D-587A3864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02DB-C02F-4B17-851C-A5E69675C9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92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BB5B1-C6B5-F0DC-6C66-F9BDF784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0E1A035-FE04-FD25-EEFD-D518E1E8B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399A2B-67E4-D7F3-E1F7-512F8E9B4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B004-5D57-4A48-BC2D-18079A76596F}" type="datetimeFigureOut">
              <a:rPr lang="pt-BR" smtClean="0"/>
              <a:t>01/03/2023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F33275-3664-64AD-C89A-9D1461BB4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6E1B56-9DF0-75C1-EEE0-93B3F649A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02DB-C02F-4B17-851C-A5E69675C9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226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091A45-F425-5BED-E106-9FD4C05CD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0DC7C6-5CC6-0580-766B-11D05D3C2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A83A20-61D9-EF67-167C-206C2C97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B004-5D57-4A48-BC2D-18079A76596F}" type="datetimeFigureOut">
              <a:rPr lang="pt-BR" smtClean="0"/>
              <a:t>01/03/2023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7FDB5B-1753-E95E-C8B5-F0285C33B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AB6293-EBB7-0998-8359-9AC7D214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02DB-C02F-4B17-851C-A5E69675C9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658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3ED81F7-B5A8-84AA-0320-01CFF196A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2A6AD9-8DD9-8F77-1B7D-29578C052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BA59F2-ACED-4DE2-802E-86D77F1F6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9B004-5D57-4A48-BC2D-18079A76596F}" type="datetimeFigureOut">
              <a:rPr lang="pt-BR" smtClean="0"/>
              <a:t>01/03/2023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AC8880-AC10-C850-BB6D-9A0779E9F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7CB981-F8F3-259E-8426-8AFE84874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502DB-C02F-4B17-851C-A5E69675C9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007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FAA9A-CF27-C93A-49CE-002FAB939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216" y="4278855"/>
            <a:ext cx="10259209" cy="2387600"/>
          </a:xfrm>
        </p:spPr>
        <p:txBody>
          <a:bodyPr>
            <a:normAutofit fontScale="90000"/>
          </a:bodyPr>
          <a:lstStyle/>
          <a:p>
            <a:pPr algn="l"/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&lt;iostream&gt;</a:t>
            </a:r>
            <a:br>
              <a:rPr lang="pt-BR" dirty="0"/>
            </a:br>
            <a:b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cabeçalho </a:t>
            </a:r>
            <a:r>
              <a:rPr lang="pt-BR" sz="36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responsável pela manipulação de fluxo de dados padrão do sistema (entrada padrão, saída padrão e saída de erros padrão)</a:t>
            </a:r>
            <a:r>
              <a:rPr lang="pt-BR" sz="3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 representa uma evolução do cabeçalho &lt;stdio. h&gt; da linguagem C.</a:t>
            </a:r>
            <a:br>
              <a:rPr lang="pt-BR" sz="3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3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 namespace std</a:t>
            </a:r>
            <a:br>
              <a:rPr lang="pt-BR" sz="3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3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Conforme já visto em aula, para usar os recursos de entrada e saída da biblioteca iostream em C++, é preciso incluir o comando using namespace std. Este comando </a:t>
            </a:r>
            <a:r>
              <a:rPr lang="pt-BR" sz="36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serve para definir um "espaço de nomes", ou namespace</a:t>
            </a:r>
            <a:r>
              <a:rPr lang="pt-BR" sz="3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637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9DBB8E-FB7D-6127-E6E3-C73370DFD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4101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 que é o comando Cout?</a:t>
            </a:r>
          </a:p>
          <a:p>
            <a:pPr algn="just"/>
            <a:r>
              <a:rPr lang="pt-BR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 objeto cout representa o stream de saída no C++</a:t>
            </a:r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Este stream é uma espécie de seqüência (fluxo) de dados a serem impressos na tela. Para realizar a impressão, usa-se o "operador de inserção" que "insere" dados dentro do stream.</a:t>
            </a:r>
          </a:p>
          <a:p>
            <a:pPr marL="0" indent="0" algn="just">
              <a:buNone/>
            </a:pPr>
            <a:endParaRPr lang="pt-BR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pt-BR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Quebra de linha</a:t>
            </a:r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pt-BR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endl</a:t>
            </a:r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e \n</a:t>
            </a:r>
          </a:p>
          <a:p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É a quebra de linha, é o mesmo que ocorre quando você dá um enter em um texto, ele pula, quebra pra próxima linha.</a:t>
            </a:r>
          </a:p>
          <a:p>
            <a:endParaRPr lang="pt-BR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 papel da função ABS, como o próprio nome diz, </a:t>
            </a:r>
            <a:r>
              <a:rPr lang="pt-BR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é tornar os números em valores absolutos</a:t>
            </a:r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Isso quer dizer que, se você tiver um número negativo, ao aplicar a função, o valor ficará de forma absoluta (sem o sinal).</a:t>
            </a:r>
          </a:p>
          <a:p>
            <a:pPr algn="just"/>
            <a:endParaRPr lang="pt-BR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3603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EEB851-7805-3FBF-6956-57475B56A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Qual a diferença de </a:t>
            </a:r>
            <a:r>
              <a:rPr lang="pt-BR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float</a:t>
            </a:r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e </a:t>
            </a:r>
            <a:r>
              <a:rPr lang="pt-BR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double</a:t>
            </a:r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algn="l"/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Os tipos de dados </a:t>
            </a:r>
            <a:r>
              <a:rPr lang="pt-BR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float</a:t>
            </a:r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e </a:t>
            </a:r>
            <a:r>
              <a:rPr lang="pt-BR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double</a:t>
            </a:r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são usados para guardar números reais. A diferença entre eles é a precisão. </a:t>
            </a:r>
            <a:r>
              <a:rPr lang="pt-BR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 </a:t>
            </a:r>
            <a:r>
              <a:rPr lang="pt-BR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float</a:t>
            </a:r>
            <a:r>
              <a:rPr lang="pt-BR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tem uma precisão de 6 casas decimais e o </a:t>
            </a:r>
            <a:r>
              <a:rPr lang="pt-BR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double</a:t>
            </a:r>
            <a:r>
              <a:rPr lang="pt-BR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tem uma precisão de 10 casas decimais</a:t>
            </a:r>
            <a:endParaRPr lang="pt-BR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4177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D45169-CB59-7A4B-34CB-A17959479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Na Passagem de Parâmetro por Referência </a:t>
            </a:r>
            <a:r>
              <a:rPr lang="pt-BR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passamos todo o endereço do argumento para o parâmetro</a:t>
            </a:r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Devido a isto, qualquer alteração feita no parâmetro afeta a variável usada para chamar a função, pois dentro da função é usado o endereço real do argumento para acessá-lo na hora da chamada da função.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83816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arial</vt:lpstr>
      <vt:lpstr>Calibri</vt:lpstr>
      <vt:lpstr>Calibri Light</vt:lpstr>
      <vt:lpstr>Tema do Office</vt:lpstr>
      <vt:lpstr>&lt;iostream&gt;  Este cabeçalho é responsável pela manipulação de fluxo de dados padrão do sistema (entrada padrão, saída padrão e saída de erros padrão) e representa uma evolução do cabeçalho &lt;stdio. h&gt; da linguagem C.  using namespace std  Conforme já visto em aula, para usar os recursos de entrada e saída da biblioteca iostream em C++, é preciso incluir o comando using namespace std. Este comando serve para definir um "espaço de nomes", ou namespace.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&lt;iostream&gt;  Este cabeçalho é responsável pela manipulação de fluxo de dados padrão do sistema (entrada padrão, saída padrão e saída de erros padrão) e representa uma evolução do cabeçalho &lt;stdio. h&gt; da linguagem C.  using namespace std  Conforme já visto em aula, para usar os recursos de entrada e saída da biblioteca iostream em C++, é preciso incluir o comando using namespace std. Este comando serve para definir um "espaço de nomes", ou namespace.</dc:title>
  <dc:creator>InterativaGO</dc:creator>
  <cp:lastModifiedBy>InterativaGO</cp:lastModifiedBy>
  <cp:revision>1</cp:revision>
  <dcterms:created xsi:type="dcterms:W3CDTF">2023-03-01T19:43:57Z</dcterms:created>
  <dcterms:modified xsi:type="dcterms:W3CDTF">2023-03-01T19:44:16Z</dcterms:modified>
</cp:coreProperties>
</file>